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26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502920"/>
            <a:ext cx="292608" cy="29260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32059" y="502920"/>
            <a:ext cx="292608" cy="29260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195560" y="839419"/>
            <a:ext cx="292608" cy="29260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532059" y="839419"/>
            <a:ext cx="292608" cy="29260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PROJECT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ELT Data Pipeline on Google Cloud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29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multi-country health data pipelines with Airflow, Cloud Storage &amp; BigQuery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5120640" cy="502920"/>
          </a:xfrm>
          <a:prstGeom prst="roundRect">
            <a:avLst>
              <a:gd name="adj" fmla="val 50909"/>
            </a:avLst>
          </a:prstGeom>
          <a:solidFill>
            <a:srgbClr val="2C2F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48640" y="4480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 →  LOAD  →  TRANSFORM   ·   1M+ RECORDS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Portfolio  ·  github.com/topisky21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201168" cy="20116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341303" y="457200"/>
            <a:ext cx="201168" cy="20116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109960" y="688543"/>
            <a:ext cx="201168" cy="20116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341303" y="688543"/>
            <a:ext cx="201168" cy="20116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vs ELT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transforms data inside the warehouse, not before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377440" cy="502920"/>
          </a:xfrm>
          <a:prstGeom prst="rect">
            <a:avLst/>
          </a:prstGeom>
          <a:solidFill>
            <a:srgbClr val="202124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685800" y="1508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0" y="1508760"/>
            <a:ext cx="4297680" cy="502920"/>
          </a:xfrm>
          <a:prstGeom prst="rect">
            <a:avLst/>
          </a:prstGeom>
          <a:solidFill>
            <a:srgbClr val="202124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3154680" y="1508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06640" y="1508760"/>
            <a:ext cx="4206240" cy="502920"/>
          </a:xfrm>
          <a:prstGeom prst="rect">
            <a:avLst/>
          </a:prstGeom>
          <a:solidFill>
            <a:srgbClr val="202124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7543800" y="15087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011680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685800" y="20116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017520" y="2011680"/>
            <a:ext cx="42976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3154680" y="20116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before loading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06640" y="2011680"/>
            <a:ext cx="4206240" cy="658368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7543800" y="20116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after loading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2670048"/>
            <a:ext cx="23774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685800" y="267004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happens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017520" y="2670048"/>
            <a:ext cx="4297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3154680" y="267004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tools (e.g. Dataflow, Dataprep)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06640" y="2670048"/>
            <a:ext cx="4206240" cy="777240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7543800" y="267004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data warehouse (e.g. BigQuery SQL)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3447288"/>
            <a:ext cx="23774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685800" y="344728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017520" y="3447288"/>
            <a:ext cx="42976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3154680" y="344728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the ETL tool's capabilities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406640" y="3447288"/>
            <a:ext cx="4206240" cy="777240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7543800" y="34472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scalable with BigQuery's processing power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224528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685800" y="422452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017520" y="4224528"/>
            <a:ext cx="42976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3154680" y="42245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systems, data governance requirements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406640" y="4224528"/>
            <a:ext cx="4206240" cy="658368"/>
          </a:xfrm>
          <a:prstGeom prst="rect">
            <a:avLst/>
          </a:prstGeom>
          <a:solidFill>
            <a:srgbClr val="E6F4EA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7543800" y="422452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analytics, large datasets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0657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ELT is the approach used in this project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Portfolio  ·  github.com/topisky21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201168" cy="20116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341303" y="457200"/>
            <a:ext cx="201168" cy="20116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109960" y="688543"/>
            <a:ext cx="201168" cy="20116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341303" y="688543"/>
            <a:ext cx="201168" cy="20116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Case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777240" y="10972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 </a:t>
            </a: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 Research Team receives a global health statistics file covering every country. Each country's Health Minister should see only their own data, and be able to analyze diseases with no available treatment or vaccination.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40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06624"/>
            <a:ext cx="128016" cy="128016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868680" y="257860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CSV file holds 1M+ records for every country combined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128016" cy="128016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868680" y="335584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data's confidential nature means it can't be shared in full with everyone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61104"/>
            <a:ext cx="128016" cy="128016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868680" y="413308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a file this large is complex, slow, and error-prone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240280"/>
            <a:ext cx="5303520" cy="3794760"/>
          </a:xfrm>
          <a:prstGeom prst="roundRect">
            <a:avLst>
              <a:gd name="adj" fmla="val 2410"/>
            </a:avLst>
          </a:prstGeom>
          <a:solidFill>
            <a:srgbClr val="20212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6583680" y="2514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9260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robust data analytics solution that securely manages and filters this data — restricting each country to its own records, and enabling efficient analysis of diseases without an available treatment or vaccination.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0" y="4572000"/>
            <a:ext cx="310896" cy="310896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6583680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22592" y="45720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Per-country row-level access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0" y="5010912"/>
            <a:ext cx="310896" cy="310896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6583680" y="5010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50109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repeatable pipeline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0" y="5449824"/>
            <a:ext cx="310896" cy="310896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6583680" y="5449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54498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Analyst-ready reporting layer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Portfolio  ·  github.com/topisky21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201168" cy="20116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341303" y="457200"/>
            <a:ext cx="201168" cy="20116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109960" y="688543"/>
            <a:ext cx="201168" cy="20116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341303" y="688543"/>
            <a:ext cx="201168" cy="20116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Platform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6424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68680" y="2606040"/>
            <a:ext cx="548640" cy="548640"/>
          </a:xfrm>
          <a:prstGeom prst="ellipse">
            <a:avLst/>
          </a:prstGeom>
          <a:solidFill>
            <a:srgbClr val="5F63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686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06040" y="2606040"/>
            <a:ext cx="548640" cy="54864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26060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2606040"/>
            <a:ext cx="548640" cy="54864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434340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Data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Engine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17320" y="2697480"/>
            <a:ext cx="1005840" cy="13716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154680" y="2697480"/>
            <a:ext cx="1005840" cy="13716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92040" y="2697480"/>
            <a:ext cx="822960" cy="13716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5989320" y="2011680"/>
            <a:ext cx="2286000" cy="2194560"/>
          </a:xfrm>
          <a:prstGeom prst="roundRect">
            <a:avLst>
              <a:gd name="adj" fmla="val 2500"/>
            </a:avLst>
          </a:prstGeom>
          <a:solidFill>
            <a:srgbClr val="FEF7E0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6126480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DWH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2423160"/>
            <a:ext cx="292608" cy="29260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617220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2423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Dataset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2880360"/>
            <a:ext cx="292608" cy="29260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617220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28803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Dataset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3337560"/>
            <a:ext cx="292608" cy="29260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617220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33375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Dataset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77240" y="5623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 through raw storage, orchestration, and a three-layer warehouse, then out to a filtered, per-country dashboard.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Portfolio  ·  github.com/topisky21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201168" cy="20116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341303" y="457200"/>
            <a:ext cx="201168" cy="20116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1109960" y="688543"/>
            <a:ext cx="201168" cy="20116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341303" y="688543"/>
            <a:ext cx="201168" cy="20116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Airflow DAG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load_and_transform_view  ·  dynamic per-country table &amp; view generation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5087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58368" y="2761488"/>
            <a:ext cx="109728" cy="10972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41248" y="27066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check_file_exists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62072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GCSObjectExistenceSensor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84832" y="2834640"/>
            <a:ext cx="32004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432304" y="2651760"/>
            <a:ext cx="15087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542032" y="2761488"/>
            <a:ext cx="109728" cy="10972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2724912" y="27066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load_csv_to_bq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542032" y="2862072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GCSToBigQueryOperator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968496" y="1714500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270248" y="1508760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379976" y="1618488"/>
            <a:ext cx="109728" cy="10972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4562856" y="156362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create_table_usa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379976" y="1719072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BigQueryInsertJobOperator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89320" y="1714500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291072" y="150876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6400800" y="1618488"/>
            <a:ext cx="109728" cy="10972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6583680" y="15636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create_view_usa_table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1719072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BigQueryInsertJobOperator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193024" y="1714500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3968496" y="2372868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270248" y="2167128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379976" y="2276856"/>
            <a:ext cx="109728" cy="10972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4562856" y="22219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create_table_india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379976" y="2377440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BigQueryInsertJobOperator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89320" y="2372868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291072" y="2167128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400800" y="2276856"/>
            <a:ext cx="109728" cy="10972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 txBox="1"/>
          <p:nvPr/>
        </p:nvSpPr>
        <p:spPr>
          <a:xfrm>
            <a:off x="6583680" y="22219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create_view_india_table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2377440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BigQueryInsertJobOperator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193024" y="2372868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3968496" y="3031236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4270248" y="2825496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4379976" y="2935224"/>
            <a:ext cx="109728" cy="10972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 txBox="1"/>
          <p:nvPr/>
        </p:nvSpPr>
        <p:spPr>
          <a:xfrm>
            <a:off x="4562856" y="28803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create_table_germany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379976" y="3035808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BigQueryInsertJobOperator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989320" y="3031236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6291072" y="2825496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6400800" y="2935224"/>
            <a:ext cx="109728" cy="10972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 txBox="1"/>
          <p:nvPr/>
        </p:nvSpPr>
        <p:spPr>
          <a:xfrm>
            <a:off x="6583680" y="28803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create_view_germany_table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0" y="3035808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BigQueryInsertJobOperator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193024" y="3031236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3968496" y="3689604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4270248" y="3483864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4379976" y="3593592"/>
            <a:ext cx="109728" cy="10972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 txBox="1"/>
          <p:nvPr/>
        </p:nvSpPr>
        <p:spPr>
          <a:xfrm>
            <a:off x="4562856" y="35387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create_table_japan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4379976" y="3694176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BigQueryInsertJobOperator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989320" y="3689604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6291072" y="3483864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6400800" y="3593592"/>
            <a:ext cx="109728" cy="10972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 txBox="1"/>
          <p:nvPr/>
        </p:nvSpPr>
        <p:spPr>
          <a:xfrm>
            <a:off x="6583680" y="35387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create_view_japan_table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6400800" y="3694176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BigQueryInsertJobOperator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193024" y="3689604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3968496" y="4347972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4270248" y="4142232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4379976" y="4251960"/>
            <a:ext cx="109728" cy="10972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 txBox="1"/>
          <p:nvPr/>
        </p:nvSpPr>
        <p:spPr>
          <a:xfrm>
            <a:off x="4562856" y="41970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create_table_france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4379976" y="435254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BigQueryInsertJobOperator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989320" y="4347972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6291072" y="4142232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6400800" y="4251960"/>
            <a:ext cx="109728" cy="10972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 txBox="1"/>
          <p:nvPr/>
        </p:nvSpPr>
        <p:spPr>
          <a:xfrm>
            <a:off x="6583680" y="41970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create_view_france_table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6400800" y="4352544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BigQueryInsertJobOperator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8193024" y="4347972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3968496" y="5006340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4270248" y="4800600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4379976" y="4910328"/>
            <a:ext cx="109728" cy="10972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 txBox="1"/>
          <p:nvPr/>
        </p:nvSpPr>
        <p:spPr>
          <a:xfrm>
            <a:off x="4562856" y="48554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create_table_canada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4379976" y="5010912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BigQueryInsertJobOperator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989320" y="5006340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Shape 76"/>
          <p:cNvSpPr/>
          <p:nvPr/>
        </p:nvSpPr>
        <p:spPr>
          <a:xfrm>
            <a:off x="6291072" y="480060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7"/>
          <p:cNvSpPr/>
          <p:nvPr/>
        </p:nvSpPr>
        <p:spPr>
          <a:xfrm>
            <a:off x="6400800" y="4910328"/>
            <a:ext cx="109728" cy="10972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 txBox="1"/>
          <p:nvPr/>
        </p:nvSpPr>
        <p:spPr>
          <a:xfrm>
            <a:off x="6583680" y="48554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create_view_canada_table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6400800" y="5010912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BigQueryInsertJobOperator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8193024" y="5006340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3968496" y="5664708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4" name="Shape 82"/>
          <p:cNvSpPr/>
          <p:nvPr/>
        </p:nvSpPr>
        <p:spPr>
          <a:xfrm>
            <a:off x="4270248" y="5458968"/>
            <a:ext cx="1691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3"/>
          <p:cNvSpPr/>
          <p:nvPr/>
        </p:nvSpPr>
        <p:spPr>
          <a:xfrm>
            <a:off x="4379976" y="5568696"/>
            <a:ext cx="109728" cy="10972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6" name="Text 84"/>
          <p:cNvSpPr txBox="1"/>
          <p:nvPr/>
        </p:nvSpPr>
        <p:spPr>
          <a:xfrm>
            <a:off x="4562856" y="55138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create_table_italy</a:t>
            </a:r>
            <a:endParaRPr lang="en-US" sz="1000" dirty="0"/>
          </a:p>
        </p:txBody>
      </p:sp>
      <p:sp>
        <p:nvSpPr>
          <p:cNvPr id="87" name="Text 85"/>
          <p:cNvSpPr txBox="1"/>
          <p:nvPr/>
        </p:nvSpPr>
        <p:spPr>
          <a:xfrm>
            <a:off x="4379976" y="5669280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BigQueryInsertJobOperator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989320" y="5664708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9" name="Shape 87"/>
          <p:cNvSpPr/>
          <p:nvPr/>
        </p:nvSpPr>
        <p:spPr>
          <a:xfrm>
            <a:off x="6291072" y="5458968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Shape 88"/>
          <p:cNvSpPr/>
          <p:nvPr/>
        </p:nvSpPr>
        <p:spPr>
          <a:xfrm>
            <a:off x="6400800" y="5568696"/>
            <a:ext cx="109728" cy="10972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1" name="Text 89"/>
          <p:cNvSpPr txBox="1"/>
          <p:nvPr/>
        </p:nvSpPr>
        <p:spPr>
          <a:xfrm>
            <a:off x="6583680" y="55138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create_view_italy_table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6400800" y="5669280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BigQueryInsertJobOperator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8193024" y="5664708"/>
            <a:ext cx="274320" cy="91440"/>
          </a:xfrm>
          <a:prstGeom prst="rightArrow">
            <a:avLst/>
          </a:prstGeom>
          <a:solidFill>
            <a:srgbClr val="DADC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4" name="Shape 92"/>
          <p:cNvSpPr/>
          <p:nvPr/>
        </p:nvSpPr>
        <p:spPr>
          <a:xfrm>
            <a:off x="8503920" y="356616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E6F4EA"/>
          </a:solidFill>
          <a:ln w="15875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Text 93"/>
          <p:cNvSpPr txBox="1"/>
          <p:nvPr/>
        </p:nvSpPr>
        <p:spPr>
          <a:xfrm>
            <a:off x="8503920" y="35661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success_task</a:t>
            </a:r>
            <a:endParaRPr lang="en-US" sz="1050" dirty="0"/>
          </a:p>
        </p:txBody>
      </p:sp>
      <p:sp>
        <p:nvSpPr>
          <p:cNvPr id="96" name="Text 94"/>
          <p:cNvSpPr txBox="1"/>
          <p:nvPr/>
        </p:nvSpPr>
        <p:spPr>
          <a:xfrm>
            <a:off x="8503920" y="3977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EmptyOperator</a:t>
            </a:r>
            <a:endParaRPr lang="en-US" sz="800" dirty="0"/>
          </a:p>
        </p:txBody>
      </p:sp>
      <p:sp>
        <p:nvSpPr>
          <p:cNvPr id="97" name="Text 95"/>
          <p:cNvSpPr txBox="1"/>
          <p:nvPr/>
        </p:nvSpPr>
        <p:spPr>
          <a:xfrm>
            <a:off x="548640" y="61081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group repeats for all 7 countries in parallel before converging on success_task.</a:t>
            </a:r>
            <a:endParaRPr lang="en-US" sz="1050" dirty="0"/>
          </a:p>
        </p:txBody>
      </p:sp>
      <p:sp>
        <p:nvSpPr>
          <p:cNvPr id="98" name="Text 9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Portfolio  ·  github.com/topisky21</a:t>
            </a:r>
            <a:endParaRPr lang="en-US" sz="1000" dirty="0"/>
          </a:p>
        </p:txBody>
      </p:sp>
      <p:sp>
        <p:nvSpPr>
          <p:cNvPr id="99" name="Text 97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502920"/>
            <a:ext cx="292608" cy="29260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532059" y="502920"/>
            <a:ext cx="292608" cy="29260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195560" y="839419"/>
            <a:ext cx="292608" cy="29260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532059" y="839419"/>
            <a:ext cx="292608" cy="29260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 for the raw global CSV file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Engine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770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Apache Airflow for orchestration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730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Staging, transform &amp; reporting datasets (ELT)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92240" y="155448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2C2F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67665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LINKS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github.com/topisky21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3474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(self-hosted on Compute Engine)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4343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europe-west2 (London) — UK data residency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4892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5212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1,000,000+ records across 7 countries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Portfolio  ·  github.com/topisky21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575</Words>
  <Application>Microsoft Office PowerPoint</Application>
  <PresentationFormat>Widescreen</PresentationFormat>
  <Paragraphs>126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Temitope Arigbede</cp:lastModifiedBy>
  <cp:revision>2</cp:revision>
  <dcterms:created xsi:type="dcterms:W3CDTF">2026-08-29T19:22:42Z</dcterms:created>
  <dcterms:modified xsi:type="dcterms:W3CDTF">2026-08-29T19:30:10Z</dcterms:modified>
</cp:coreProperties>
</file>